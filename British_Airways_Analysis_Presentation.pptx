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B52B9-1C59-4902-ABC7-E0D03FD1ADD6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D8AE64-442B-4CCB-B1D9-91BEFF7171DE}">
      <dgm:prSet/>
      <dgm:spPr/>
      <dgm:t>
        <a:bodyPr/>
        <a:lstStyle/>
        <a:p>
          <a:r>
            <a:rPr lang="en-US"/>
            <a:t>- Data scraped from third-party sources containing customer reviews.</a:t>
          </a:r>
        </a:p>
      </dgm:t>
    </dgm:pt>
    <dgm:pt modelId="{F39A572F-447D-4D8B-ACE7-EDE88AE1F689}" type="parTrans" cxnId="{A1A21087-B0F6-4219-ABED-8D8277FD8D6A}">
      <dgm:prSet/>
      <dgm:spPr/>
      <dgm:t>
        <a:bodyPr/>
        <a:lstStyle/>
        <a:p>
          <a:endParaRPr lang="en-US"/>
        </a:p>
      </dgm:t>
    </dgm:pt>
    <dgm:pt modelId="{EF25AED6-6F81-4B97-900F-776C7B3174B5}" type="sibTrans" cxnId="{A1A21087-B0F6-4219-ABED-8D8277FD8D6A}">
      <dgm:prSet/>
      <dgm:spPr/>
      <dgm:t>
        <a:bodyPr/>
        <a:lstStyle/>
        <a:p>
          <a:endParaRPr lang="en-US"/>
        </a:p>
      </dgm:t>
    </dgm:pt>
    <dgm:pt modelId="{0796C497-0128-415D-A788-CA3D0B7F8B41}">
      <dgm:prSet/>
      <dgm:spPr/>
      <dgm:t>
        <a:bodyPr/>
        <a:lstStyle/>
        <a:p>
          <a:r>
            <a:rPr lang="en-US"/>
            <a:t>- Python used for text processing and sentiment analysis.</a:t>
          </a:r>
        </a:p>
      </dgm:t>
    </dgm:pt>
    <dgm:pt modelId="{4570B2F5-5C84-4810-99AD-110E19A1DA06}" type="parTrans" cxnId="{6434A1B4-A6A7-4E75-AA91-2FAD1167ADFC}">
      <dgm:prSet/>
      <dgm:spPr/>
      <dgm:t>
        <a:bodyPr/>
        <a:lstStyle/>
        <a:p>
          <a:endParaRPr lang="en-US"/>
        </a:p>
      </dgm:t>
    </dgm:pt>
    <dgm:pt modelId="{20A0D2AF-2FB6-4D01-A1C9-924D5DB4187C}" type="sibTrans" cxnId="{6434A1B4-A6A7-4E75-AA91-2FAD1167ADFC}">
      <dgm:prSet/>
      <dgm:spPr/>
      <dgm:t>
        <a:bodyPr/>
        <a:lstStyle/>
        <a:p>
          <a:endParaRPr lang="en-US"/>
        </a:p>
      </dgm:t>
    </dgm:pt>
    <dgm:pt modelId="{20FE0669-F363-42D7-974E-77EC9C116F28}">
      <dgm:prSet/>
      <dgm:spPr/>
      <dgm:t>
        <a:bodyPr/>
        <a:lstStyle/>
        <a:p>
          <a:r>
            <a:rPr lang="en-US"/>
            <a:t>- Tableau used for visualization to identify trends and patterns.</a:t>
          </a:r>
        </a:p>
      </dgm:t>
    </dgm:pt>
    <dgm:pt modelId="{9322E686-0DF5-477B-9156-83A431F2411D}" type="parTrans" cxnId="{0CB7F01C-E590-44FF-A368-277358AB0BCD}">
      <dgm:prSet/>
      <dgm:spPr/>
      <dgm:t>
        <a:bodyPr/>
        <a:lstStyle/>
        <a:p>
          <a:endParaRPr lang="en-US"/>
        </a:p>
      </dgm:t>
    </dgm:pt>
    <dgm:pt modelId="{4D322BEB-ADC4-48FD-9A6F-3A8FDA769B0F}" type="sibTrans" cxnId="{0CB7F01C-E590-44FF-A368-277358AB0BCD}">
      <dgm:prSet/>
      <dgm:spPr/>
      <dgm:t>
        <a:bodyPr/>
        <a:lstStyle/>
        <a:p>
          <a:endParaRPr lang="en-US"/>
        </a:p>
      </dgm:t>
    </dgm:pt>
    <dgm:pt modelId="{8D27EEBA-DA63-466F-91A7-A0AAFCEBA7B5}" type="pres">
      <dgm:prSet presAssocID="{1EAB52B9-1C59-4902-ABC7-E0D03FD1ADD6}" presName="Name0" presStyleCnt="0">
        <dgm:presLayoutVars>
          <dgm:dir/>
          <dgm:animLvl val="lvl"/>
          <dgm:resizeHandles val="exact"/>
        </dgm:presLayoutVars>
      </dgm:prSet>
      <dgm:spPr/>
    </dgm:pt>
    <dgm:pt modelId="{DDCE9880-7ACF-47BF-86CF-B8F3AF87CD3C}" type="pres">
      <dgm:prSet presAssocID="{20FE0669-F363-42D7-974E-77EC9C116F28}" presName="boxAndChildren" presStyleCnt="0"/>
      <dgm:spPr/>
    </dgm:pt>
    <dgm:pt modelId="{995BDE6A-9DA8-4F0C-BEFE-886453510A62}" type="pres">
      <dgm:prSet presAssocID="{20FE0669-F363-42D7-974E-77EC9C116F28}" presName="parentTextBox" presStyleLbl="node1" presStyleIdx="0" presStyleCnt="3"/>
      <dgm:spPr/>
    </dgm:pt>
    <dgm:pt modelId="{A6E7B136-3BDA-4637-B3D7-E6894AD1E205}" type="pres">
      <dgm:prSet presAssocID="{20A0D2AF-2FB6-4D01-A1C9-924D5DB4187C}" presName="sp" presStyleCnt="0"/>
      <dgm:spPr/>
    </dgm:pt>
    <dgm:pt modelId="{1E23E586-2319-4C4C-B988-AD0766316238}" type="pres">
      <dgm:prSet presAssocID="{0796C497-0128-415D-A788-CA3D0B7F8B41}" presName="arrowAndChildren" presStyleCnt="0"/>
      <dgm:spPr/>
    </dgm:pt>
    <dgm:pt modelId="{47FABBDA-9578-4FC6-B503-BED9A9061DDB}" type="pres">
      <dgm:prSet presAssocID="{0796C497-0128-415D-A788-CA3D0B7F8B41}" presName="parentTextArrow" presStyleLbl="node1" presStyleIdx="1" presStyleCnt="3"/>
      <dgm:spPr/>
    </dgm:pt>
    <dgm:pt modelId="{E4FDD362-E608-47DD-8826-33B311A845D9}" type="pres">
      <dgm:prSet presAssocID="{EF25AED6-6F81-4B97-900F-776C7B3174B5}" presName="sp" presStyleCnt="0"/>
      <dgm:spPr/>
    </dgm:pt>
    <dgm:pt modelId="{D0EF021F-5229-4699-9BAF-D72C6364C0DF}" type="pres">
      <dgm:prSet presAssocID="{78D8AE64-442B-4CCB-B1D9-91BEFF7171DE}" presName="arrowAndChildren" presStyleCnt="0"/>
      <dgm:spPr/>
    </dgm:pt>
    <dgm:pt modelId="{89575956-B5A5-427F-BBFD-E94EB608B9D2}" type="pres">
      <dgm:prSet presAssocID="{78D8AE64-442B-4CCB-B1D9-91BEFF7171DE}" presName="parentTextArrow" presStyleLbl="node1" presStyleIdx="2" presStyleCnt="3"/>
      <dgm:spPr/>
    </dgm:pt>
  </dgm:ptLst>
  <dgm:cxnLst>
    <dgm:cxn modelId="{0CB7F01C-E590-44FF-A368-277358AB0BCD}" srcId="{1EAB52B9-1C59-4902-ABC7-E0D03FD1ADD6}" destId="{20FE0669-F363-42D7-974E-77EC9C116F28}" srcOrd="2" destOrd="0" parTransId="{9322E686-0DF5-477B-9156-83A431F2411D}" sibTransId="{4D322BEB-ADC4-48FD-9A6F-3A8FDA769B0F}"/>
    <dgm:cxn modelId="{595BFE5C-F158-466B-856D-0663DE89765A}" type="presOf" srcId="{20FE0669-F363-42D7-974E-77EC9C116F28}" destId="{995BDE6A-9DA8-4F0C-BEFE-886453510A62}" srcOrd="0" destOrd="0" presId="urn:microsoft.com/office/officeart/2005/8/layout/process4"/>
    <dgm:cxn modelId="{A1A21087-B0F6-4219-ABED-8D8277FD8D6A}" srcId="{1EAB52B9-1C59-4902-ABC7-E0D03FD1ADD6}" destId="{78D8AE64-442B-4CCB-B1D9-91BEFF7171DE}" srcOrd="0" destOrd="0" parTransId="{F39A572F-447D-4D8B-ACE7-EDE88AE1F689}" sibTransId="{EF25AED6-6F81-4B97-900F-776C7B3174B5}"/>
    <dgm:cxn modelId="{4EB3AD89-DC9F-4027-BAF4-D78A7E012B47}" type="presOf" srcId="{1EAB52B9-1C59-4902-ABC7-E0D03FD1ADD6}" destId="{8D27EEBA-DA63-466F-91A7-A0AAFCEBA7B5}" srcOrd="0" destOrd="0" presId="urn:microsoft.com/office/officeart/2005/8/layout/process4"/>
    <dgm:cxn modelId="{6434A1B4-A6A7-4E75-AA91-2FAD1167ADFC}" srcId="{1EAB52B9-1C59-4902-ABC7-E0D03FD1ADD6}" destId="{0796C497-0128-415D-A788-CA3D0B7F8B41}" srcOrd="1" destOrd="0" parTransId="{4570B2F5-5C84-4810-99AD-110E19A1DA06}" sibTransId="{20A0D2AF-2FB6-4D01-A1C9-924D5DB4187C}"/>
    <dgm:cxn modelId="{ED52EBB4-3A6D-46FF-804E-E036A1F8C1D1}" type="presOf" srcId="{78D8AE64-442B-4CCB-B1D9-91BEFF7171DE}" destId="{89575956-B5A5-427F-BBFD-E94EB608B9D2}" srcOrd="0" destOrd="0" presId="urn:microsoft.com/office/officeart/2005/8/layout/process4"/>
    <dgm:cxn modelId="{83BCB1CF-7F78-4EF0-81E7-AC9A62243BC9}" type="presOf" srcId="{0796C497-0128-415D-A788-CA3D0B7F8B41}" destId="{47FABBDA-9578-4FC6-B503-BED9A9061DDB}" srcOrd="0" destOrd="0" presId="urn:microsoft.com/office/officeart/2005/8/layout/process4"/>
    <dgm:cxn modelId="{DD4D5CA2-0AE1-4EE6-AE1C-A7322CE7F2BC}" type="presParOf" srcId="{8D27EEBA-DA63-466F-91A7-A0AAFCEBA7B5}" destId="{DDCE9880-7ACF-47BF-86CF-B8F3AF87CD3C}" srcOrd="0" destOrd="0" presId="urn:microsoft.com/office/officeart/2005/8/layout/process4"/>
    <dgm:cxn modelId="{1F082D47-5225-4FD7-8F41-09C7D1FC06D3}" type="presParOf" srcId="{DDCE9880-7ACF-47BF-86CF-B8F3AF87CD3C}" destId="{995BDE6A-9DA8-4F0C-BEFE-886453510A62}" srcOrd="0" destOrd="0" presId="urn:microsoft.com/office/officeart/2005/8/layout/process4"/>
    <dgm:cxn modelId="{896887DF-3B6B-4800-ABBD-EEB0A47AF360}" type="presParOf" srcId="{8D27EEBA-DA63-466F-91A7-A0AAFCEBA7B5}" destId="{A6E7B136-3BDA-4637-B3D7-E6894AD1E205}" srcOrd="1" destOrd="0" presId="urn:microsoft.com/office/officeart/2005/8/layout/process4"/>
    <dgm:cxn modelId="{2720F8CE-56EE-48ED-BA38-C00D1E3A2476}" type="presParOf" srcId="{8D27EEBA-DA63-466F-91A7-A0AAFCEBA7B5}" destId="{1E23E586-2319-4C4C-B988-AD0766316238}" srcOrd="2" destOrd="0" presId="urn:microsoft.com/office/officeart/2005/8/layout/process4"/>
    <dgm:cxn modelId="{6838A05E-BC57-4549-B6E1-DB68EB712B0A}" type="presParOf" srcId="{1E23E586-2319-4C4C-B988-AD0766316238}" destId="{47FABBDA-9578-4FC6-B503-BED9A9061DDB}" srcOrd="0" destOrd="0" presId="urn:microsoft.com/office/officeart/2005/8/layout/process4"/>
    <dgm:cxn modelId="{AE65BB49-5E28-4269-9C34-5CA5D232261F}" type="presParOf" srcId="{8D27EEBA-DA63-466F-91A7-A0AAFCEBA7B5}" destId="{E4FDD362-E608-47DD-8826-33B311A845D9}" srcOrd="3" destOrd="0" presId="urn:microsoft.com/office/officeart/2005/8/layout/process4"/>
    <dgm:cxn modelId="{98828E8C-18C3-470F-8632-51ED5DCD2E56}" type="presParOf" srcId="{8D27EEBA-DA63-466F-91A7-A0AAFCEBA7B5}" destId="{D0EF021F-5229-4699-9BAF-D72C6364C0DF}" srcOrd="4" destOrd="0" presId="urn:microsoft.com/office/officeart/2005/8/layout/process4"/>
    <dgm:cxn modelId="{1FCDB27D-A952-4C75-978D-CA1E6A06F791}" type="presParOf" srcId="{D0EF021F-5229-4699-9BAF-D72C6364C0DF}" destId="{89575956-B5A5-427F-BBFD-E94EB608B9D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D1CD13-5F82-4810-902D-8C6583F67D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99FDBDF-9C33-44C3-9568-99E8E16192DD}">
      <dgm:prSet/>
      <dgm:spPr/>
      <dgm:t>
        <a:bodyPr/>
        <a:lstStyle/>
        <a:p>
          <a:r>
            <a:rPr lang="en-US"/>
            <a:t>- Sentiment analysis shows that the majority of reviews are negative.</a:t>
          </a:r>
        </a:p>
      </dgm:t>
    </dgm:pt>
    <dgm:pt modelId="{61958F72-64F9-4B54-B634-8B9C04EFDFB8}" type="parTrans" cxnId="{8A5FB0B9-76B2-4E42-A3CF-E827B5AB16F3}">
      <dgm:prSet/>
      <dgm:spPr/>
      <dgm:t>
        <a:bodyPr/>
        <a:lstStyle/>
        <a:p>
          <a:endParaRPr lang="en-US"/>
        </a:p>
      </dgm:t>
    </dgm:pt>
    <dgm:pt modelId="{13C09290-CADC-437D-A894-FACFE923E3EB}" type="sibTrans" cxnId="{8A5FB0B9-76B2-4E42-A3CF-E827B5AB16F3}">
      <dgm:prSet/>
      <dgm:spPr/>
      <dgm:t>
        <a:bodyPr/>
        <a:lstStyle/>
        <a:p>
          <a:endParaRPr lang="en-US"/>
        </a:p>
      </dgm:t>
    </dgm:pt>
    <dgm:pt modelId="{1C14B699-C6E5-4207-ACA3-F34CAF252548}">
      <dgm:prSet/>
      <dgm:spPr/>
      <dgm:t>
        <a:bodyPr/>
        <a:lstStyle/>
        <a:p>
          <a:r>
            <a:rPr lang="en-US"/>
            <a:t>- Common complaints include delays, poor customer service, and lost baggage.</a:t>
          </a:r>
        </a:p>
      </dgm:t>
    </dgm:pt>
    <dgm:pt modelId="{1B818953-7C9B-4894-AA5A-1898D1DC250B}" type="parTrans" cxnId="{B4DA2A03-119D-4606-A4B9-5B59A7DF1507}">
      <dgm:prSet/>
      <dgm:spPr/>
      <dgm:t>
        <a:bodyPr/>
        <a:lstStyle/>
        <a:p>
          <a:endParaRPr lang="en-US"/>
        </a:p>
      </dgm:t>
    </dgm:pt>
    <dgm:pt modelId="{871CA6FD-42D7-46B3-B373-F7D2D84ECCC1}" type="sibTrans" cxnId="{B4DA2A03-119D-4606-A4B9-5B59A7DF1507}">
      <dgm:prSet/>
      <dgm:spPr/>
      <dgm:t>
        <a:bodyPr/>
        <a:lstStyle/>
        <a:p>
          <a:endParaRPr lang="en-US"/>
        </a:p>
      </dgm:t>
    </dgm:pt>
    <dgm:pt modelId="{9C0FED73-FADD-4E88-94A8-3574D9C2ACF0}">
      <dgm:prSet/>
      <dgm:spPr/>
      <dgm:t>
        <a:bodyPr/>
        <a:lstStyle/>
        <a:p>
          <a:r>
            <a:rPr lang="en-US"/>
            <a:t>- Positive reviews highlight friendly staff and comfortable seating.</a:t>
          </a:r>
        </a:p>
      </dgm:t>
    </dgm:pt>
    <dgm:pt modelId="{455C02E9-3A6C-45AF-995B-7F403CC5834F}" type="parTrans" cxnId="{4452D4D6-0413-458A-869F-403E6CB20457}">
      <dgm:prSet/>
      <dgm:spPr/>
      <dgm:t>
        <a:bodyPr/>
        <a:lstStyle/>
        <a:p>
          <a:endParaRPr lang="en-US"/>
        </a:p>
      </dgm:t>
    </dgm:pt>
    <dgm:pt modelId="{317901B2-D26C-4240-B908-5936AE9ECA6D}" type="sibTrans" cxnId="{4452D4D6-0413-458A-869F-403E6CB20457}">
      <dgm:prSet/>
      <dgm:spPr/>
      <dgm:t>
        <a:bodyPr/>
        <a:lstStyle/>
        <a:p>
          <a:endParaRPr lang="en-US"/>
        </a:p>
      </dgm:t>
    </dgm:pt>
    <dgm:pt modelId="{04AAFAFC-33B9-4D30-8AE3-9016B1F592A3}">
      <dgm:prSet/>
      <dgm:spPr/>
      <dgm:t>
        <a:bodyPr/>
        <a:lstStyle/>
        <a:p>
          <a:r>
            <a:rPr lang="en-US"/>
            <a:t>- Frequent keywords: 'delayed', 'service', 'baggage', 'experience'.</a:t>
          </a:r>
        </a:p>
      </dgm:t>
    </dgm:pt>
    <dgm:pt modelId="{0BE91880-6686-4FAA-8092-DBFD8B1E0868}" type="parTrans" cxnId="{F9763FDC-9E76-45C5-BD51-8CA619A0D9D0}">
      <dgm:prSet/>
      <dgm:spPr/>
      <dgm:t>
        <a:bodyPr/>
        <a:lstStyle/>
        <a:p>
          <a:endParaRPr lang="en-US"/>
        </a:p>
      </dgm:t>
    </dgm:pt>
    <dgm:pt modelId="{E1B3184F-8D77-47C4-AF97-1C02B80DCEFB}" type="sibTrans" cxnId="{F9763FDC-9E76-45C5-BD51-8CA619A0D9D0}">
      <dgm:prSet/>
      <dgm:spPr/>
      <dgm:t>
        <a:bodyPr/>
        <a:lstStyle/>
        <a:p>
          <a:endParaRPr lang="en-US"/>
        </a:p>
      </dgm:t>
    </dgm:pt>
    <dgm:pt modelId="{2B2DFA59-8F98-49A5-AEFE-C5D223040FE6}" type="pres">
      <dgm:prSet presAssocID="{D9D1CD13-5F82-4810-902D-8C6583F67DF6}" presName="root" presStyleCnt="0">
        <dgm:presLayoutVars>
          <dgm:dir/>
          <dgm:resizeHandles val="exact"/>
        </dgm:presLayoutVars>
      </dgm:prSet>
      <dgm:spPr/>
    </dgm:pt>
    <dgm:pt modelId="{E0AB6BA4-8D89-4B35-A486-F3B7844AE2E4}" type="pres">
      <dgm:prSet presAssocID="{A99FDBDF-9C33-44C3-9568-99E8E16192DD}" presName="compNode" presStyleCnt="0"/>
      <dgm:spPr/>
    </dgm:pt>
    <dgm:pt modelId="{E30EBF88-736A-457E-A012-A9515299EC86}" type="pres">
      <dgm:prSet presAssocID="{A99FDBDF-9C33-44C3-9568-99E8E16192DD}" presName="bgRect" presStyleLbl="bgShp" presStyleIdx="0" presStyleCnt="4"/>
      <dgm:spPr/>
    </dgm:pt>
    <dgm:pt modelId="{53643211-A42A-413A-9A02-8780D95BC697}" type="pres">
      <dgm:prSet presAssocID="{A99FDBDF-9C33-44C3-9568-99E8E16192D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93A072C0-108C-44D7-835A-353E7565D885}" type="pres">
      <dgm:prSet presAssocID="{A99FDBDF-9C33-44C3-9568-99E8E16192DD}" presName="spaceRect" presStyleCnt="0"/>
      <dgm:spPr/>
    </dgm:pt>
    <dgm:pt modelId="{54923683-BA05-4ABF-B6FD-86926C0837DE}" type="pres">
      <dgm:prSet presAssocID="{A99FDBDF-9C33-44C3-9568-99E8E16192DD}" presName="parTx" presStyleLbl="revTx" presStyleIdx="0" presStyleCnt="4">
        <dgm:presLayoutVars>
          <dgm:chMax val="0"/>
          <dgm:chPref val="0"/>
        </dgm:presLayoutVars>
      </dgm:prSet>
      <dgm:spPr/>
    </dgm:pt>
    <dgm:pt modelId="{EB6AD614-577C-401E-9841-83CB687AF1FF}" type="pres">
      <dgm:prSet presAssocID="{13C09290-CADC-437D-A894-FACFE923E3EB}" presName="sibTrans" presStyleCnt="0"/>
      <dgm:spPr/>
    </dgm:pt>
    <dgm:pt modelId="{5CFBA813-08C2-4F95-86A8-B8475EDE3B2A}" type="pres">
      <dgm:prSet presAssocID="{1C14B699-C6E5-4207-ACA3-F34CAF252548}" presName="compNode" presStyleCnt="0"/>
      <dgm:spPr/>
    </dgm:pt>
    <dgm:pt modelId="{A20F1B7D-BF1D-4D71-8974-57381CFF10BE}" type="pres">
      <dgm:prSet presAssocID="{1C14B699-C6E5-4207-ACA3-F34CAF252548}" presName="bgRect" presStyleLbl="bgShp" presStyleIdx="1" presStyleCnt="4"/>
      <dgm:spPr/>
    </dgm:pt>
    <dgm:pt modelId="{F0005254-AF2E-4775-B97D-2FA42A79A7BF}" type="pres">
      <dgm:prSet presAssocID="{1C14B699-C6E5-4207-ACA3-F34CAF2525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D5E615F3-FDE0-410A-B255-6B4A51436CDD}" type="pres">
      <dgm:prSet presAssocID="{1C14B699-C6E5-4207-ACA3-F34CAF252548}" presName="spaceRect" presStyleCnt="0"/>
      <dgm:spPr/>
    </dgm:pt>
    <dgm:pt modelId="{0813B41E-CCE9-4050-9CC1-DA5E0526E274}" type="pres">
      <dgm:prSet presAssocID="{1C14B699-C6E5-4207-ACA3-F34CAF252548}" presName="parTx" presStyleLbl="revTx" presStyleIdx="1" presStyleCnt="4">
        <dgm:presLayoutVars>
          <dgm:chMax val="0"/>
          <dgm:chPref val="0"/>
        </dgm:presLayoutVars>
      </dgm:prSet>
      <dgm:spPr/>
    </dgm:pt>
    <dgm:pt modelId="{9AC1E21E-DA65-4568-977C-9931880587E9}" type="pres">
      <dgm:prSet presAssocID="{871CA6FD-42D7-46B3-B373-F7D2D84ECCC1}" presName="sibTrans" presStyleCnt="0"/>
      <dgm:spPr/>
    </dgm:pt>
    <dgm:pt modelId="{66A11012-C7EE-4A6E-AC12-EA2E026ABECE}" type="pres">
      <dgm:prSet presAssocID="{9C0FED73-FADD-4E88-94A8-3574D9C2ACF0}" presName="compNode" presStyleCnt="0"/>
      <dgm:spPr/>
    </dgm:pt>
    <dgm:pt modelId="{6715F724-5CF0-4725-9A1B-22BD18EB3654}" type="pres">
      <dgm:prSet presAssocID="{9C0FED73-FADD-4E88-94A8-3574D9C2ACF0}" presName="bgRect" presStyleLbl="bgShp" presStyleIdx="2" presStyleCnt="4"/>
      <dgm:spPr/>
    </dgm:pt>
    <dgm:pt modelId="{00E919A7-A02C-4238-969E-407B8B8E53E1}" type="pres">
      <dgm:prSet presAssocID="{9C0FED73-FADD-4E88-94A8-3574D9C2AC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and chairs"/>
        </a:ext>
      </dgm:extLst>
    </dgm:pt>
    <dgm:pt modelId="{969F6861-83D4-44DC-894B-8E34CCC32B9E}" type="pres">
      <dgm:prSet presAssocID="{9C0FED73-FADD-4E88-94A8-3574D9C2ACF0}" presName="spaceRect" presStyleCnt="0"/>
      <dgm:spPr/>
    </dgm:pt>
    <dgm:pt modelId="{FFB56F18-E1B2-4061-A749-36ADC5947F16}" type="pres">
      <dgm:prSet presAssocID="{9C0FED73-FADD-4E88-94A8-3574D9C2ACF0}" presName="parTx" presStyleLbl="revTx" presStyleIdx="2" presStyleCnt="4">
        <dgm:presLayoutVars>
          <dgm:chMax val="0"/>
          <dgm:chPref val="0"/>
        </dgm:presLayoutVars>
      </dgm:prSet>
      <dgm:spPr/>
    </dgm:pt>
    <dgm:pt modelId="{AD54E91F-D684-46A1-85CD-07BD859A2474}" type="pres">
      <dgm:prSet presAssocID="{317901B2-D26C-4240-B908-5936AE9ECA6D}" presName="sibTrans" presStyleCnt="0"/>
      <dgm:spPr/>
    </dgm:pt>
    <dgm:pt modelId="{749928BA-E731-416C-B374-A0E061A237BA}" type="pres">
      <dgm:prSet presAssocID="{04AAFAFC-33B9-4D30-8AE3-9016B1F592A3}" presName="compNode" presStyleCnt="0"/>
      <dgm:spPr/>
    </dgm:pt>
    <dgm:pt modelId="{E948D67E-4589-4C36-B97D-C97481513D0E}" type="pres">
      <dgm:prSet presAssocID="{04AAFAFC-33B9-4D30-8AE3-9016B1F592A3}" presName="bgRect" presStyleLbl="bgShp" presStyleIdx="3" presStyleCnt="4"/>
      <dgm:spPr/>
    </dgm:pt>
    <dgm:pt modelId="{C64E79AC-4148-4202-A759-B31378C2CE5A}" type="pres">
      <dgm:prSet presAssocID="{04AAFAFC-33B9-4D30-8AE3-9016B1F592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B624F6E3-5BB1-4AD4-A787-9B3337B5AF1B}" type="pres">
      <dgm:prSet presAssocID="{04AAFAFC-33B9-4D30-8AE3-9016B1F592A3}" presName="spaceRect" presStyleCnt="0"/>
      <dgm:spPr/>
    </dgm:pt>
    <dgm:pt modelId="{C3F39F5F-AA01-4DB9-B8FA-5D1FCF1D8983}" type="pres">
      <dgm:prSet presAssocID="{04AAFAFC-33B9-4D30-8AE3-9016B1F592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4DA2A03-119D-4606-A4B9-5B59A7DF1507}" srcId="{D9D1CD13-5F82-4810-902D-8C6583F67DF6}" destId="{1C14B699-C6E5-4207-ACA3-F34CAF252548}" srcOrd="1" destOrd="0" parTransId="{1B818953-7C9B-4894-AA5A-1898D1DC250B}" sibTransId="{871CA6FD-42D7-46B3-B373-F7D2D84ECCC1}"/>
    <dgm:cxn modelId="{D0B88B18-AFDB-42B7-8AF1-E81216FE125B}" type="presOf" srcId="{A99FDBDF-9C33-44C3-9568-99E8E16192DD}" destId="{54923683-BA05-4ABF-B6FD-86926C0837DE}" srcOrd="0" destOrd="0" presId="urn:microsoft.com/office/officeart/2018/2/layout/IconVerticalSolidList"/>
    <dgm:cxn modelId="{6F7D0924-6654-4518-B98B-F8AED593B670}" type="presOf" srcId="{D9D1CD13-5F82-4810-902D-8C6583F67DF6}" destId="{2B2DFA59-8F98-49A5-AEFE-C5D223040FE6}" srcOrd="0" destOrd="0" presId="urn:microsoft.com/office/officeart/2018/2/layout/IconVerticalSolidList"/>
    <dgm:cxn modelId="{3E9FF54B-18F4-4DC9-A0BE-4F50A341F6AB}" type="presOf" srcId="{1C14B699-C6E5-4207-ACA3-F34CAF252548}" destId="{0813B41E-CCE9-4050-9CC1-DA5E0526E274}" srcOrd="0" destOrd="0" presId="urn:microsoft.com/office/officeart/2018/2/layout/IconVerticalSolidList"/>
    <dgm:cxn modelId="{91F71F9E-986C-4729-8B8D-04E495A18B91}" type="presOf" srcId="{04AAFAFC-33B9-4D30-8AE3-9016B1F592A3}" destId="{C3F39F5F-AA01-4DB9-B8FA-5D1FCF1D8983}" srcOrd="0" destOrd="0" presId="urn:microsoft.com/office/officeart/2018/2/layout/IconVerticalSolidList"/>
    <dgm:cxn modelId="{8A5FB0B9-76B2-4E42-A3CF-E827B5AB16F3}" srcId="{D9D1CD13-5F82-4810-902D-8C6583F67DF6}" destId="{A99FDBDF-9C33-44C3-9568-99E8E16192DD}" srcOrd="0" destOrd="0" parTransId="{61958F72-64F9-4B54-B634-8B9C04EFDFB8}" sibTransId="{13C09290-CADC-437D-A894-FACFE923E3EB}"/>
    <dgm:cxn modelId="{DBC7DEBA-370E-44C4-906B-9E7CB430630F}" type="presOf" srcId="{9C0FED73-FADD-4E88-94A8-3574D9C2ACF0}" destId="{FFB56F18-E1B2-4061-A749-36ADC5947F16}" srcOrd="0" destOrd="0" presId="urn:microsoft.com/office/officeart/2018/2/layout/IconVerticalSolidList"/>
    <dgm:cxn modelId="{4452D4D6-0413-458A-869F-403E6CB20457}" srcId="{D9D1CD13-5F82-4810-902D-8C6583F67DF6}" destId="{9C0FED73-FADD-4E88-94A8-3574D9C2ACF0}" srcOrd="2" destOrd="0" parTransId="{455C02E9-3A6C-45AF-995B-7F403CC5834F}" sibTransId="{317901B2-D26C-4240-B908-5936AE9ECA6D}"/>
    <dgm:cxn modelId="{F9763FDC-9E76-45C5-BD51-8CA619A0D9D0}" srcId="{D9D1CD13-5F82-4810-902D-8C6583F67DF6}" destId="{04AAFAFC-33B9-4D30-8AE3-9016B1F592A3}" srcOrd="3" destOrd="0" parTransId="{0BE91880-6686-4FAA-8092-DBFD8B1E0868}" sibTransId="{E1B3184F-8D77-47C4-AF97-1C02B80DCEFB}"/>
    <dgm:cxn modelId="{8CBD4CDA-D2A2-4AFB-A4DB-813F98B98077}" type="presParOf" srcId="{2B2DFA59-8F98-49A5-AEFE-C5D223040FE6}" destId="{E0AB6BA4-8D89-4B35-A486-F3B7844AE2E4}" srcOrd="0" destOrd="0" presId="urn:microsoft.com/office/officeart/2018/2/layout/IconVerticalSolidList"/>
    <dgm:cxn modelId="{D9FC7F3A-5C5C-4670-96C8-681600EC4126}" type="presParOf" srcId="{E0AB6BA4-8D89-4B35-A486-F3B7844AE2E4}" destId="{E30EBF88-736A-457E-A012-A9515299EC86}" srcOrd="0" destOrd="0" presId="urn:microsoft.com/office/officeart/2018/2/layout/IconVerticalSolidList"/>
    <dgm:cxn modelId="{EEA698AC-25CB-45E2-95F5-41B91B420E2E}" type="presParOf" srcId="{E0AB6BA4-8D89-4B35-A486-F3B7844AE2E4}" destId="{53643211-A42A-413A-9A02-8780D95BC697}" srcOrd="1" destOrd="0" presId="urn:microsoft.com/office/officeart/2018/2/layout/IconVerticalSolidList"/>
    <dgm:cxn modelId="{F6042C58-5A48-48A1-90FE-76F399F7C128}" type="presParOf" srcId="{E0AB6BA4-8D89-4B35-A486-F3B7844AE2E4}" destId="{93A072C0-108C-44D7-835A-353E7565D885}" srcOrd="2" destOrd="0" presId="urn:microsoft.com/office/officeart/2018/2/layout/IconVerticalSolidList"/>
    <dgm:cxn modelId="{53B09703-8E77-4658-9344-EC72901DC207}" type="presParOf" srcId="{E0AB6BA4-8D89-4B35-A486-F3B7844AE2E4}" destId="{54923683-BA05-4ABF-B6FD-86926C0837DE}" srcOrd="3" destOrd="0" presId="urn:microsoft.com/office/officeart/2018/2/layout/IconVerticalSolidList"/>
    <dgm:cxn modelId="{ED226413-2F53-4525-B102-3C39557D3C1F}" type="presParOf" srcId="{2B2DFA59-8F98-49A5-AEFE-C5D223040FE6}" destId="{EB6AD614-577C-401E-9841-83CB687AF1FF}" srcOrd="1" destOrd="0" presId="urn:microsoft.com/office/officeart/2018/2/layout/IconVerticalSolidList"/>
    <dgm:cxn modelId="{48553BB0-3946-4C54-904E-4FEBB3792DB4}" type="presParOf" srcId="{2B2DFA59-8F98-49A5-AEFE-C5D223040FE6}" destId="{5CFBA813-08C2-4F95-86A8-B8475EDE3B2A}" srcOrd="2" destOrd="0" presId="urn:microsoft.com/office/officeart/2018/2/layout/IconVerticalSolidList"/>
    <dgm:cxn modelId="{7F0D4011-0349-4629-AB62-52606FF8900A}" type="presParOf" srcId="{5CFBA813-08C2-4F95-86A8-B8475EDE3B2A}" destId="{A20F1B7D-BF1D-4D71-8974-57381CFF10BE}" srcOrd="0" destOrd="0" presId="urn:microsoft.com/office/officeart/2018/2/layout/IconVerticalSolidList"/>
    <dgm:cxn modelId="{8598CBCF-9ED0-4664-9080-016D62C60C07}" type="presParOf" srcId="{5CFBA813-08C2-4F95-86A8-B8475EDE3B2A}" destId="{F0005254-AF2E-4775-B97D-2FA42A79A7BF}" srcOrd="1" destOrd="0" presId="urn:microsoft.com/office/officeart/2018/2/layout/IconVerticalSolidList"/>
    <dgm:cxn modelId="{F1E3AD40-FF29-49C1-A9B8-CB1DE5C87248}" type="presParOf" srcId="{5CFBA813-08C2-4F95-86A8-B8475EDE3B2A}" destId="{D5E615F3-FDE0-410A-B255-6B4A51436CDD}" srcOrd="2" destOrd="0" presId="urn:microsoft.com/office/officeart/2018/2/layout/IconVerticalSolidList"/>
    <dgm:cxn modelId="{D84FACC7-B330-4609-B9F2-6B13556DEF18}" type="presParOf" srcId="{5CFBA813-08C2-4F95-86A8-B8475EDE3B2A}" destId="{0813B41E-CCE9-4050-9CC1-DA5E0526E274}" srcOrd="3" destOrd="0" presId="urn:microsoft.com/office/officeart/2018/2/layout/IconVerticalSolidList"/>
    <dgm:cxn modelId="{9BCF0419-6314-4D03-A8AB-72D13C2910B1}" type="presParOf" srcId="{2B2DFA59-8F98-49A5-AEFE-C5D223040FE6}" destId="{9AC1E21E-DA65-4568-977C-9931880587E9}" srcOrd="3" destOrd="0" presId="urn:microsoft.com/office/officeart/2018/2/layout/IconVerticalSolidList"/>
    <dgm:cxn modelId="{23B4C0FD-C3A9-459E-B45F-8E50D6A6488B}" type="presParOf" srcId="{2B2DFA59-8F98-49A5-AEFE-C5D223040FE6}" destId="{66A11012-C7EE-4A6E-AC12-EA2E026ABECE}" srcOrd="4" destOrd="0" presId="urn:microsoft.com/office/officeart/2018/2/layout/IconVerticalSolidList"/>
    <dgm:cxn modelId="{B17AA45A-1DD4-4BC1-8EDA-B3F5094E511A}" type="presParOf" srcId="{66A11012-C7EE-4A6E-AC12-EA2E026ABECE}" destId="{6715F724-5CF0-4725-9A1B-22BD18EB3654}" srcOrd="0" destOrd="0" presId="urn:microsoft.com/office/officeart/2018/2/layout/IconVerticalSolidList"/>
    <dgm:cxn modelId="{9377010B-CCFC-4611-B436-26159DC50359}" type="presParOf" srcId="{66A11012-C7EE-4A6E-AC12-EA2E026ABECE}" destId="{00E919A7-A02C-4238-969E-407B8B8E53E1}" srcOrd="1" destOrd="0" presId="urn:microsoft.com/office/officeart/2018/2/layout/IconVerticalSolidList"/>
    <dgm:cxn modelId="{1EB16FBD-82E9-47D9-8221-1809A37B6388}" type="presParOf" srcId="{66A11012-C7EE-4A6E-AC12-EA2E026ABECE}" destId="{969F6861-83D4-44DC-894B-8E34CCC32B9E}" srcOrd="2" destOrd="0" presId="urn:microsoft.com/office/officeart/2018/2/layout/IconVerticalSolidList"/>
    <dgm:cxn modelId="{00ECEDC9-3964-48D5-9260-459F3430B343}" type="presParOf" srcId="{66A11012-C7EE-4A6E-AC12-EA2E026ABECE}" destId="{FFB56F18-E1B2-4061-A749-36ADC5947F16}" srcOrd="3" destOrd="0" presId="urn:microsoft.com/office/officeart/2018/2/layout/IconVerticalSolidList"/>
    <dgm:cxn modelId="{B33BDDB8-5CE9-4DA3-86B7-66FA027CE8DD}" type="presParOf" srcId="{2B2DFA59-8F98-49A5-AEFE-C5D223040FE6}" destId="{AD54E91F-D684-46A1-85CD-07BD859A2474}" srcOrd="5" destOrd="0" presId="urn:microsoft.com/office/officeart/2018/2/layout/IconVerticalSolidList"/>
    <dgm:cxn modelId="{5C18EDFA-90A6-4F0C-9DD0-C10C05D259C7}" type="presParOf" srcId="{2B2DFA59-8F98-49A5-AEFE-C5D223040FE6}" destId="{749928BA-E731-416C-B374-A0E061A237BA}" srcOrd="6" destOrd="0" presId="urn:microsoft.com/office/officeart/2018/2/layout/IconVerticalSolidList"/>
    <dgm:cxn modelId="{9402738D-2D62-41F2-B2CB-D9173E893889}" type="presParOf" srcId="{749928BA-E731-416C-B374-A0E061A237BA}" destId="{E948D67E-4589-4C36-B97D-C97481513D0E}" srcOrd="0" destOrd="0" presId="urn:microsoft.com/office/officeart/2018/2/layout/IconVerticalSolidList"/>
    <dgm:cxn modelId="{085CC7A5-AF19-469F-B660-D625740CDFA4}" type="presParOf" srcId="{749928BA-E731-416C-B374-A0E061A237BA}" destId="{C64E79AC-4148-4202-A759-B31378C2CE5A}" srcOrd="1" destOrd="0" presId="urn:microsoft.com/office/officeart/2018/2/layout/IconVerticalSolidList"/>
    <dgm:cxn modelId="{8D8E08FA-543F-4F03-9490-538951898740}" type="presParOf" srcId="{749928BA-E731-416C-B374-A0E061A237BA}" destId="{B624F6E3-5BB1-4AD4-A787-9B3337B5AF1B}" srcOrd="2" destOrd="0" presId="urn:microsoft.com/office/officeart/2018/2/layout/IconVerticalSolidList"/>
    <dgm:cxn modelId="{EEFA896A-268F-4B58-8F8B-FC4DDAD1B3CF}" type="presParOf" srcId="{749928BA-E731-416C-B374-A0E061A237BA}" destId="{C3F39F5F-AA01-4DB9-B8FA-5D1FCF1D89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E43E19-0A40-49BC-925A-E90259EED904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4EAAEE-F804-4853-B7EF-995094B4EC93}">
      <dgm:prSet/>
      <dgm:spPr/>
      <dgm:t>
        <a:bodyPr/>
        <a:lstStyle/>
        <a:p>
          <a:r>
            <a:rPr lang="en-US"/>
            <a:t>- Overall sentiment distribution visualized using bar charts.</a:t>
          </a:r>
        </a:p>
      </dgm:t>
    </dgm:pt>
    <dgm:pt modelId="{542DFBB3-4A3A-488A-8911-07DF35EC98E8}" type="parTrans" cxnId="{BDF46BB4-6A11-47CF-BE88-8F6183AE870A}">
      <dgm:prSet/>
      <dgm:spPr/>
      <dgm:t>
        <a:bodyPr/>
        <a:lstStyle/>
        <a:p>
          <a:endParaRPr lang="en-US"/>
        </a:p>
      </dgm:t>
    </dgm:pt>
    <dgm:pt modelId="{9B2B9181-A2AF-420F-B382-D5AA93A06BBF}" type="sibTrans" cxnId="{BDF46BB4-6A11-47CF-BE88-8F6183AE870A}">
      <dgm:prSet/>
      <dgm:spPr/>
      <dgm:t>
        <a:bodyPr/>
        <a:lstStyle/>
        <a:p>
          <a:endParaRPr lang="en-US"/>
        </a:p>
      </dgm:t>
    </dgm:pt>
    <dgm:pt modelId="{B40549B8-CD9A-4E05-A213-9CCE21911924}">
      <dgm:prSet/>
      <dgm:spPr/>
      <dgm:t>
        <a:bodyPr/>
        <a:lstStyle/>
        <a:p>
          <a:r>
            <a:rPr lang="en-US"/>
            <a:t>- Customer satisfaction ratings categorized by flight class.</a:t>
          </a:r>
        </a:p>
      </dgm:t>
    </dgm:pt>
    <dgm:pt modelId="{CB5D8477-D051-4D37-AA63-14DA457280E7}" type="parTrans" cxnId="{68727372-C40A-4D17-BF98-6F47F09EC7F1}">
      <dgm:prSet/>
      <dgm:spPr/>
      <dgm:t>
        <a:bodyPr/>
        <a:lstStyle/>
        <a:p>
          <a:endParaRPr lang="en-US"/>
        </a:p>
      </dgm:t>
    </dgm:pt>
    <dgm:pt modelId="{0F21E6C4-31DA-4824-A7EF-01B9DC28A0A0}" type="sibTrans" cxnId="{68727372-C40A-4D17-BF98-6F47F09EC7F1}">
      <dgm:prSet/>
      <dgm:spPr/>
      <dgm:t>
        <a:bodyPr/>
        <a:lstStyle/>
        <a:p>
          <a:endParaRPr lang="en-US"/>
        </a:p>
      </dgm:t>
    </dgm:pt>
    <dgm:pt modelId="{D3FF0F1A-0471-4AF4-9B7D-29E91F84CFCD}">
      <dgm:prSet/>
      <dgm:spPr/>
      <dgm:t>
        <a:bodyPr/>
        <a:lstStyle/>
        <a:p>
          <a:r>
            <a:rPr lang="en-US"/>
            <a:t>- Regional differences in feedback identified.</a:t>
          </a:r>
        </a:p>
      </dgm:t>
    </dgm:pt>
    <dgm:pt modelId="{C06D6953-5548-4753-8CAE-9FAF1CF660F9}" type="parTrans" cxnId="{BBABA92A-3362-4C1C-A9E3-162CBCB6379A}">
      <dgm:prSet/>
      <dgm:spPr/>
      <dgm:t>
        <a:bodyPr/>
        <a:lstStyle/>
        <a:p>
          <a:endParaRPr lang="en-US"/>
        </a:p>
      </dgm:t>
    </dgm:pt>
    <dgm:pt modelId="{08B4AB60-B695-4B53-9114-E5E62B421A0D}" type="sibTrans" cxnId="{BBABA92A-3362-4C1C-A9E3-162CBCB6379A}">
      <dgm:prSet/>
      <dgm:spPr/>
      <dgm:t>
        <a:bodyPr/>
        <a:lstStyle/>
        <a:p>
          <a:endParaRPr lang="en-US"/>
        </a:p>
      </dgm:t>
    </dgm:pt>
    <dgm:pt modelId="{7022DB60-02B1-4923-BE9E-380E49169610}">
      <dgm:prSet/>
      <dgm:spPr/>
      <dgm:t>
        <a:bodyPr/>
        <a:lstStyle/>
        <a:p>
          <a:r>
            <a:rPr lang="en-US"/>
            <a:t>- Word clouds used to emphasize common customer concerns.</a:t>
          </a:r>
        </a:p>
      </dgm:t>
    </dgm:pt>
    <dgm:pt modelId="{5B885CC8-2CD7-422B-A627-C709181F790B}" type="parTrans" cxnId="{A408B401-88B8-4DED-BBF1-60E8A823C2EE}">
      <dgm:prSet/>
      <dgm:spPr/>
      <dgm:t>
        <a:bodyPr/>
        <a:lstStyle/>
        <a:p>
          <a:endParaRPr lang="en-US"/>
        </a:p>
      </dgm:t>
    </dgm:pt>
    <dgm:pt modelId="{4DF3FF05-4AA0-4EA4-829C-FB89C9A89BFA}" type="sibTrans" cxnId="{A408B401-88B8-4DED-BBF1-60E8A823C2EE}">
      <dgm:prSet/>
      <dgm:spPr/>
      <dgm:t>
        <a:bodyPr/>
        <a:lstStyle/>
        <a:p>
          <a:endParaRPr lang="en-US"/>
        </a:p>
      </dgm:t>
    </dgm:pt>
    <dgm:pt modelId="{BB50FE23-B7F6-4E1E-839A-5561FA4496F0}" type="pres">
      <dgm:prSet presAssocID="{70E43E19-0A40-49BC-925A-E90259EED904}" presName="diagram" presStyleCnt="0">
        <dgm:presLayoutVars>
          <dgm:dir/>
          <dgm:resizeHandles val="exact"/>
        </dgm:presLayoutVars>
      </dgm:prSet>
      <dgm:spPr/>
    </dgm:pt>
    <dgm:pt modelId="{51A17674-8897-4EBD-AAB6-BBE975F38B9C}" type="pres">
      <dgm:prSet presAssocID="{5A4EAAEE-F804-4853-B7EF-995094B4EC93}" presName="node" presStyleLbl="node1" presStyleIdx="0" presStyleCnt="4">
        <dgm:presLayoutVars>
          <dgm:bulletEnabled val="1"/>
        </dgm:presLayoutVars>
      </dgm:prSet>
      <dgm:spPr/>
    </dgm:pt>
    <dgm:pt modelId="{E7BCD36E-4E69-4C4E-AF99-E8FF7B7C9E85}" type="pres">
      <dgm:prSet presAssocID="{9B2B9181-A2AF-420F-B382-D5AA93A06BBF}" presName="sibTrans" presStyleCnt="0"/>
      <dgm:spPr/>
    </dgm:pt>
    <dgm:pt modelId="{6588B423-8594-46E4-AAF7-845E281B7BC4}" type="pres">
      <dgm:prSet presAssocID="{B40549B8-CD9A-4E05-A213-9CCE21911924}" presName="node" presStyleLbl="node1" presStyleIdx="1" presStyleCnt="4">
        <dgm:presLayoutVars>
          <dgm:bulletEnabled val="1"/>
        </dgm:presLayoutVars>
      </dgm:prSet>
      <dgm:spPr/>
    </dgm:pt>
    <dgm:pt modelId="{66C1CF03-58D0-4874-A4EE-A40A6B1B8E5A}" type="pres">
      <dgm:prSet presAssocID="{0F21E6C4-31DA-4824-A7EF-01B9DC28A0A0}" presName="sibTrans" presStyleCnt="0"/>
      <dgm:spPr/>
    </dgm:pt>
    <dgm:pt modelId="{04C1BE8F-267B-4B28-AFE3-17AB877B554C}" type="pres">
      <dgm:prSet presAssocID="{D3FF0F1A-0471-4AF4-9B7D-29E91F84CFCD}" presName="node" presStyleLbl="node1" presStyleIdx="2" presStyleCnt="4">
        <dgm:presLayoutVars>
          <dgm:bulletEnabled val="1"/>
        </dgm:presLayoutVars>
      </dgm:prSet>
      <dgm:spPr/>
    </dgm:pt>
    <dgm:pt modelId="{5A411410-24C8-4BBA-B05C-E229E5C652E9}" type="pres">
      <dgm:prSet presAssocID="{08B4AB60-B695-4B53-9114-E5E62B421A0D}" presName="sibTrans" presStyleCnt="0"/>
      <dgm:spPr/>
    </dgm:pt>
    <dgm:pt modelId="{9FAD19B1-D02C-4301-9312-025E82D0A4CF}" type="pres">
      <dgm:prSet presAssocID="{7022DB60-02B1-4923-BE9E-380E49169610}" presName="node" presStyleLbl="node1" presStyleIdx="3" presStyleCnt="4">
        <dgm:presLayoutVars>
          <dgm:bulletEnabled val="1"/>
        </dgm:presLayoutVars>
      </dgm:prSet>
      <dgm:spPr/>
    </dgm:pt>
  </dgm:ptLst>
  <dgm:cxnLst>
    <dgm:cxn modelId="{A408B401-88B8-4DED-BBF1-60E8A823C2EE}" srcId="{70E43E19-0A40-49BC-925A-E90259EED904}" destId="{7022DB60-02B1-4923-BE9E-380E49169610}" srcOrd="3" destOrd="0" parTransId="{5B885CC8-2CD7-422B-A627-C709181F790B}" sibTransId="{4DF3FF05-4AA0-4EA4-829C-FB89C9A89BFA}"/>
    <dgm:cxn modelId="{4ED0D127-33A7-4404-91B6-31B57AA80F27}" type="presOf" srcId="{70E43E19-0A40-49BC-925A-E90259EED904}" destId="{BB50FE23-B7F6-4E1E-839A-5561FA4496F0}" srcOrd="0" destOrd="0" presId="urn:microsoft.com/office/officeart/2005/8/layout/default"/>
    <dgm:cxn modelId="{BBABA92A-3362-4C1C-A9E3-162CBCB6379A}" srcId="{70E43E19-0A40-49BC-925A-E90259EED904}" destId="{D3FF0F1A-0471-4AF4-9B7D-29E91F84CFCD}" srcOrd="2" destOrd="0" parTransId="{C06D6953-5548-4753-8CAE-9FAF1CF660F9}" sibTransId="{08B4AB60-B695-4B53-9114-E5E62B421A0D}"/>
    <dgm:cxn modelId="{C35B193B-174A-4112-8D7A-69038C48D33A}" type="presOf" srcId="{5A4EAAEE-F804-4853-B7EF-995094B4EC93}" destId="{51A17674-8897-4EBD-AAB6-BBE975F38B9C}" srcOrd="0" destOrd="0" presId="urn:microsoft.com/office/officeart/2005/8/layout/default"/>
    <dgm:cxn modelId="{68727372-C40A-4D17-BF98-6F47F09EC7F1}" srcId="{70E43E19-0A40-49BC-925A-E90259EED904}" destId="{B40549B8-CD9A-4E05-A213-9CCE21911924}" srcOrd="1" destOrd="0" parTransId="{CB5D8477-D051-4D37-AA63-14DA457280E7}" sibTransId="{0F21E6C4-31DA-4824-A7EF-01B9DC28A0A0}"/>
    <dgm:cxn modelId="{E0ABCBB1-BA03-4A0D-8B26-70E9982ED1E1}" type="presOf" srcId="{D3FF0F1A-0471-4AF4-9B7D-29E91F84CFCD}" destId="{04C1BE8F-267B-4B28-AFE3-17AB877B554C}" srcOrd="0" destOrd="0" presId="urn:microsoft.com/office/officeart/2005/8/layout/default"/>
    <dgm:cxn modelId="{BDF46BB4-6A11-47CF-BE88-8F6183AE870A}" srcId="{70E43E19-0A40-49BC-925A-E90259EED904}" destId="{5A4EAAEE-F804-4853-B7EF-995094B4EC93}" srcOrd="0" destOrd="0" parTransId="{542DFBB3-4A3A-488A-8911-07DF35EC98E8}" sibTransId="{9B2B9181-A2AF-420F-B382-D5AA93A06BBF}"/>
    <dgm:cxn modelId="{3D3BB0F8-1369-4BCE-B0EC-D848B530729E}" type="presOf" srcId="{7022DB60-02B1-4923-BE9E-380E49169610}" destId="{9FAD19B1-D02C-4301-9312-025E82D0A4CF}" srcOrd="0" destOrd="0" presId="urn:microsoft.com/office/officeart/2005/8/layout/default"/>
    <dgm:cxn modelId="{8B56F9FC-D00C-4D07-96E9-E8AAF9D827FB}" type="presOf" srcId="{B40549B8-CD9A-4E05-A213-9CCE21911924}" destId="{6588B423-8594-46E4-AAF7-845E281B7BC4}" srcOrd="0" destOrd="0" presId="urn:microsoft.com/office/officeart/2005/8/layout/default"/>
    <dgm:cxn modelId="{B60BBAC5-9AFC-4CE1-B89B-2B501E594140}" type="presParOf" srcId="{BB50FE23-B7F6-4E1E-839A-5561FA4496F0}" destId="{51A17674-8897-4EBD-AAB6-BBE975F38B9C}" srcOrd="0" destOrd="0" presId="urn:microsoft.com/office/officeart/2005/8/layout/default"/>
    <dgm:cxn modelId="{CF05F916-65E3-4122-B07A-E8BEBC485C31}" type="presParOf" srcId="{BB50FE23-B7F6-4E1E-839A-5561FA4496F0}" destId="{E7BCD36E-4E69-4C4E-AF99-E8FF7B7C9E85}" srcOrd="1" destOrd="0" presId="urn:microsoft.com/office/officeart/2005/8/layout/default"/>
    <dgm:cxn modelId="{62AF9C5A-CAD8-4338-8FAF-5A0A69104856}" type="presParOf" srcId="{BB50FE23-B7F6-4E1E-839A-5561FA4496F0}" destId="{6588B423-8594-46E4-AAF7-845E281B7BC4}" srcOrd="2" destOrd="0" presId="urn:microsoft.com/office/officeart/2005/8/layout/default"/>
    <dgm:cxn modelId="{0887FB02-DCDE-47B7-B6EB-BF1DF09F70FA}" type="presParOf" srcId="{BB50FE23-B7F6-4E1E-839A-5561FA4496F0}" destId="{66C1CF03-58D0-4874-A4EE-A40A6B1B8E5A}" srcOrd="3" destOrd="0" presId="urn:microsoft.com/office/officeart/2005/8/layout/default"/>
    <dgm:cxn modelId="{F636030F-5292-4111-A5DE-9672EB564A01}" type="presParOf" srcId="{BB50FE23-B7F6-4E1E-839A-5561FA4496F0}" destId="{04C1BE8F-267B-4B28-AFE3-17AB877B554C}" srcOrd="4" destOrd="0" presId="urn:microsoft.com/office/officeart/2005/8/layout/default"/>
    <dgm:cxn modelId="{3A5F0E85-3C32-48BA-8787-ED8CE5D93F6E}" type="presParOf" srcId="{BB50FE23-B7F6-4E1E-839A-5561FA4496F0}" destId="{5A411410-24C8-4BBA-B05C-E229E5C652E9}" srcOrd="5" destOrd="0" presId="urn:microsoft.com/office/officeart/2005/8/layout/default"/>
    <dgm:cxn modelId="{D85B210E-4DAB-4864-B49B-FF987B4EAA37}" type="presParOf" srcId="{BB50FE23-B7F6-4E1E-839A-5561FA4496F0}" destId="{9FAD19B1-D02C-4301-9312-025E82D0A4C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B80533-2E3E-4A44-A689-45C1325A91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B0C591D-EA73-4964-A27E-4542DC3AD781}">
      <dgm:prSet/>
      <dgm:spPr/>
      <dgm:t>
        <a:bodyPr/>
        <a:lstStyle/>
        <a:p>
          <a:r>
            <a:rPr lang="en-US"/>
            <a:t>1. Improve customer service training to address common complaints.</a:t>
          </a:r>
        </a:p>
      </dgm:t>
    </dgm:pt>
    <dgm:pt modelId="{CBFB4D23-9A5E-408B-A40F-933C0D121802}" type="parTrans" cxnId="{F90E9277-462D-4DCE-BA14-F6982DFF09A4}">
      <dgm:prSet/>
      <dgm:spPr/>
      <dgm:t>
        <a:bodyPr/>
        <a:lstStyle/>
        <a:p>
          <a:endParaRPr lang="en-US"/>
        </a:p>
      </dgm:t>
    </dgm:pt>
    <dgm:pt modelId="{B63EEBC6-ED03-4F9A-BC8C-B6B4B4A753B4}" type="sibTrans" cxnId="{F90E9277-462D-4DCE-BA14-F6982DFF09A4}">
      <dgm:prSet/>
      <dgm:spPr/>
      <dgm:t>
        <a:bodyPr/>
        <a:lstStyle/>
        <a:p>
          <a:endParaRPr lang="en-US"/>
        </a:p>
      </dgm:t>
    </dgm:pt>
    <dgm:pt modelId="{353ECEF2-2CA8-49CF-92AF-9352D92353FD}">
      <dgm:prSet/>
      <dgm:spPr/>
      <dgm:t>
        <a:bodyPr/>
        <a:lstStyle/>
        <a:p>
          <a:r>
            <a:rPr lang="en-US"/>
            <a:t>2. Enhance baggage handling procedures to minimize lost baggage cases.</a:t>
          </a:r>
        </a:p>
      </dgm:t>
    </dgm:pt>
    <dgm:pt modelId="{64C671F5-D7CB-4427-B401-D52EF51E8F95}" type="parTrans" cxnId="{52054A83-F360-4486-917B-054826678DC6}">
      <dgm:prSet/>
      <dgm:spPr/>
      <dgm:t>
        <a:bodyPr/>
        <a:lstStyle/>
        <a:p>
          <a:endParaRPr lang="en-US"/>
        </a:p>
      </dgm:t>
    </dgm:pt>
    <dgm:pt modelId="{38CE8A29-B4AE-4224-8CB8-9AD0A9E4CAB5}" type="sibTrans" cxnId="{52054A83-F360-4486-917B-054826678DC6}">
      <dgm:prSet/>
      <dgm:spPr/>
      <dgm:t>
        <a:bodyPr/>
        <a:lstStyle/>
        <a:p>
          <a:endParaRPr lang="en-US"/>
        </a:p>
      </dgm:t>
    </dgm:pt>
    <dgm:pt modelId="{E5017422-8C42-4E00-A899-B87BD914C6C3}">
      <dgm:prSet/>
      <dgm:spPr/>
      <dgm:t>
        <a:bodyPr/>
        <a:lstStyle/>
        <a:p>
          <a:r>
            <a:rPr lang="en-US"/>
            <a:t>3. Reduce flight delays through better scheduling and operational efficiency.</a:t>
          </a:r>
        </a:p>
      </dgm:t>
    </dgm:pt>
    <dgm:pt modelId="{9E512338-D9AE-4B9D-B296-D386AE99CDF3}" type="parTrans" cxnId="{77D9462F-D9BA-4402-AC93-20549DEDEF9D}">
      <dgm:prSet/>
      <dgm:spPr/>
      <dgm:t>
        <a:bodyPr/>
        <a:lstStyle/>
        <a:p>
          <a:endParaRPr lang="en-US"/>
        </a:p>
      </dgm:t>
    </dgm:pt>
    <dgm:pt modelId="{BD615E09-EA7B-4108-9159-81E960F725D2}" type="sibTrans" cxnId="{77D9462F-D9BA-4402-AC93-20549DEDEF9D}">
      <dgm:prSet/>
      <dgm:spPr/>
      <dgm:t>
        <a:bodyPr/>
        <a:lstStyle/>
        <a:p>
          <a:endParaRPr lang="en-US"/>
        </a:p>
      </dgm:t>
    </dgm:pt>
    <dgm:pt modelId="{DD4DCEAA-1745-4CDD-A81B-C9E1F0EF0FB8}">
      <dgm:prSet/>
      <dgm:spPr/>
      <dgm:t>
        <a:bodyPr/>
        <a:lstStyle/>
        <a:p>
          <a:r>
            <a:rPr lang="en-US"/>
            <a:t>4. Address recurring negative feedback through targeted improvements.</a:t>
          </a:r>
        </a:p>
      </dgm:t>
    </dgm:pt>
    <dgm:pt modelId="{4C4070C2-10C5-489E-AC71-8E6E591FEA3A}" type="parTrans" cxnId="{E001E6BA-BB32-4068-B134-0B8B6DD5FE51}">
      <dgm:prSet/>
      <dgm:spPr/>
      <dgm:t>
        <a:bodyPr/>
        <a:lstStyle/>
        <a:p>
          <a:endParaRPr lang="en-US"/>
        </a:p>
      </dgm:t>
    </dgm:pt>
    <dgm:pt modelId="{56CF582D-7856-49B2-AD50-4077FFFFC170}" type="sibTrans" cxnId="{E001E6BA-BB32-4068-B134-0B8B6DD5FE51}">
      <dgm:prSet/>
      <dgm:spPr/>
      <dgm:t>
        <a:bodyPr/>
        <a:lstStyle/>
        <a:p>
          <a:endParaRPr lang="en-US"/>
        </a:p>
      </dgm:t>
    </dgm:pt>
    <dgm:pt modelId="{E0A809A9-A916-4859-8BCF-161E989615BE}" type="pres">
      <dgm:prSet presAssocID="{63B80533-2E3E-4A44-A689-45C1325A9121}" presName="root" presStyleCnt="0">
        <dgm:presLayoutVars>
          <dgm:dir/>
          <dgm:resizeHandles val="exact"/>
        </dgm:presLayoutVars>
      </dgm:prSet>
      <dgm:spPr/>
    </dgm:pt>
    <dgm:pt modelId="{452C68AD-FF20-4B1E-8EE3-53AF46C4164F}" type="pres">
      <dgm:prSet presAssocID="{AB0C591D-EA73-4964-A27E-4542DC3AD781}" presName="compNode" presStyleCnt="0"/>
      <dgm:spPr/>
    </dgm:pt>
    <dgm:pt modelId="{892116B5-00CD-480F-B2A7-B6883CFBF34C}" type="pres">
      <dgm:prSet presAssocID="{AB0C591D-EA73-4964-A27E-4542DC3AD781}" presName="bgRect" presStyleLbl="bgShp" presStyleIdx="0" presStyleCnt="4"/>
      <dgm:spPr/>
    </dgm:pt>
    <dgm:pt modelId="{B8C1C010-A168-4394-B48A-7E46DD430FFF}" type="pres">
      <dgm:prSet presAssocID="{AB0C591D-EA73-4964-A27E-4542DC3AD7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F6F01E71-0113-4261-8531-733D86BB42D7}" type="pres">
      <dgm:prSet presAssocID="{AB0C591D-EA73-4964-A27E-4542DC3AD781}" presName="spaceRect" presStyleCnt="0"/>
      <dgm:spPr/>
    </dgm:pt>
    <dgm:pt modelId="{57A71836-74AF-457F-A2B0-337C610703BA}" type="pres">
      <dgm:prSet presAssocID="{AB0C591D-EA73-4964-A27E-4542DC3AD781}" presName="parTx" presStyleLbl="revTx" presStyleIdx="0" presStyleCnt="4">
        <dgm:presLayoutVars>
          <dgm:chMax val="0"/>
          <dgm:chPref val="0"/>
        </dgm:presLayoutVars>
      </dgm:prSet>
      <dgm:spPr/>
    </dgm:pt>
    <dgm:pt modelId="{05AFAC6E-1B5B-4985-92C6-5E1CA1218B0A}" type="pres">
      <dgm:prSet presAssocID="{B63EEBC6-ED03-4F9A-BC8C-B6B4B4A753B4}" presName="sibTrans" presStyleCnt="0"/>
      <dgm:spPr/>
    </dgm:pt>
    <dgm:pt modelId="{4602C0BC-A94C-4354-A429-2532ECF1BF4A}" type="pres">
      <dgm:prSet presAssocID="{353ECEF2-2CA8-49CF-92AF-9352D92353FD}" presName="compNode" presStyleCnt="0"/>
      <dgm:spPr/>
    </dgm:pt>
    <dgm:pt modelId="{B7A04B61-6329-4B92-9E27-7F5A936B5F0D}" type="pres">
      <dgm:prSet presAssocID="{353ECEF2-2CA8-49CF-92AF-9352D92353FD}" presName="bgRect" presStyleLbl="bgShp" presStyleIdx="1" presStyleCnt="4"/>
      <dgm:spPr/>
    </dgm:pt>
    <dgm:pt modelId="{8AECC1CE-B000-40F2-BE6E-7970BD227E3F}" type="pres">
      <dgm:prSet presAssocID="{353ECEF2-2CA8-49CF-92AF-9352D92353F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st Aid Kit"/>
        </a:ext>
      </dgm:extLst>
    </dgm:pt>
    <dgm:pt modelId="{9C413EB8-338D-4B38-A26F-00762C1807D8}" type="pres">
      <dgm:prSet presAssocID="{353ECEF2-2CA8-49CF-92AF-9352D92353FD}" presName="spaceRect" presStyleCnt="0"/>
      <dgm:spPr/>
    </dgm:pt>
    <dgm:pt modelId="{5D6EFD39-EEBF-42F7-BA0D-F8629D36C4ED}" type="pres">
      <dgm:prSet presAssocID="{353ECEF2-2CA8-49CF-92AF-9352D92353FD}" presName="parTx" presStyleLbl="revTx" presStyleIdx="1" presStyleCnt="4">
        <dgm:presLayoutVars>
          <dgm:chMax val="0"/>
          <dgm:chPref val="0"/>
        </dgm:presLayoutVars>
      </dgm:prSet>
      <dgm:spPr/>
    </dgm:pt>
    <dgm:pt modelId="{E4F382E6-B4AE-406A-A915-F7B6A7E644BB}" type="pres">
      <dgm:prSet presAssocID="{38CE8A29-B4AE-4224-8CB8-9AD0A9E4CAB5}" presName="sibTrans" presStyleCnt="0"/>
      <dgm:spPr/>
    </dgm:pt>
    <dgm:pt modelId="{75DCCB6C-448C-4B65-82DB-03239D08B6E0}" type="pres">
      <dgm:prSet presAssocID="{E5017422-8C42-4E00-A899-B87BD914C6C3}" presName="compNode" presStyleCnt="0"/>
      <dgm:spPr/>
    </dgm:pt>
    <dgm:pt modelId="{107EF7E1-2401-418F-B5BB-F98486E348E6}" type="pres">
      <dgm:prSet presAssocID="{E5017422-8C42-4E00-A899-B87BD914C6C3}" presName="bgRect" presStyleLbl="bgShp" presStyleIdx="2" presStyleCnt="4"/>
      <dgm:spPr/>
    </dgm:pt>
    <dgm:pt modelId="{50A6B119-6B8E-4A37-BBB7-793B5522ECF5}" type="pres">
      <dgm:prSet presAssocID="{E5017422-8C42-4E00-A899-B87BD914C6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35BD3361-13C8-43AB-8F28-C04650CFB126}" type="pres">
      <dgm:prSet presAssocID="{E5017422-8C42-4E00-A899-B87BD914C6C3}" presName="spaceRect" presStyleCnt="0"/>
      <dgm:spPr/>
    </dgm:pt>
    <dgm:pt modelId="{84B577D5-A486-4DEB-B70B-76EDC163A19D}" type="pres">
      <dgm:prSet presAssocID="{E5017422-8C42-4E00-A899-B87BD914C6C3}" presName="parTx" presStyleLbl="revTx" presStyleIdx="2" presStyleCnt="4">
        <dgm:presLayoutVars>
          <dgm:chMax val="0"/>
          <dgm:chPref val="0"/>
        </dgm:presLayoutVars>
      </dgm:prSet>
      <dgm:spPr/>
    </dgm:pt>
    <dgm:pt modelId="{996B10DB-A1DA-4CD3-B86E-07FE7541723C}" type="pres">
      <dgm:prSet presAssocID="{BD615E09-EA7B-4108-9159-81E960F725D2}" presName="sibTrans" presStyleCnt="0"/>
      <dgm:spPr/>
    </dgm:pt>
    <dgm:pt modelId="{E672C504-9B1E-4FDF-8532-DAD4935FB70D}" type="pres">
      <dgm:prSet presAssocID="{DD4DCEAA-1745-4CDD-A81B-C9E1F0EF0FB8}" presName="compNode" presStyleCnt="0"/>
      <dgm:spPr/>
    </dgm:pt>
    <dgm:pt modelId="{201F7495-34C1-4D91-A520-DD1F8865CF0A}" type="pres">
      <dgm:prSet presAssocID="{DD4DCEAA-1745-4CDD-A81B-C9E1F0EF0FB8}" presName="bgRect" presStyleLbl="bgShp" presStyleIdx="3" presStyleCnt="4"/>
      <dgm:spPr/>
    </dgm:pt>
    <dgm:pt modelId="{DD2A49F3-0346-4489-941C-9D369B1AB795}" type="pres">
      <dgm:prSet presAssocID="{DD4DCEAA-1745-4CDD-A81B-C9E1F0EF0F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AFFDFB73-97B2-49B2-B5A7-9988320057E1}" type="pres">
      <dgm:prSet presAssocID="{DD4DCEAA-1745-4CDD-A81B-C9E1F0EF0FB8}" presName="spaceRect" presStyleCnt="0"/>
      <dgm:spPr/>
    </dgm:pt>
    <dgm:pt modelId="{CB5B97A3-18E4-46EF-A4A9-F4C5953CBF1C}" type="pres">
      <dgm:prSet presAssocID="{DD4DCEAA-1745-4CDD-A81B-C9E1F0EF0FB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452F705-0EA1-410E-A08A-1F4612C78387}" type="presOf" srcId="{63B80533-2E3E-4A44-A689-45C1325A9121}" destId="{E0A809A9-A916-4859-8BCF-161E989615BE}" srcOrd="0" destOrd="0" presId="urn:microsoft.com/office/officeart/2018/2/layout/IconVerticalSolidList"/>
    <dgm:cxn modelId="{77D9462F-D9BA-4402-AC93-20549DEDEF9D}" srcId="{63B80533-2E3E-4A44-A689-45C1325A9121}" destId="{E5017422-8C42-4E00-A899-B87BD914C6C3}" srcOrd="2" destOrd="0" parTransId="{9E512338-D9AE-4B9D-B296-D386AE99CDF3}" sibTransId="{BD615E09-EA7B-4108-9159-81E960F725D2}"/>
    <dgm:cxn modelId="{6727DE67-8E2B-434D-8E8A-920832109CF8}" type="presOf" srcId="{E5017422-8C42-4E00-A899-B87BD914C6C3}" destId="{84B577D5-A486-4DEB-B70B-76EDC163A19D}" srcOrd="0" destOrd="0" presId="urn:microsoft.com/office/officeart/2018/2/layout/IconVerticalSolidList"/>
    <dgm:cxn modelId="{F90E9277-462D-4DCE-BA14-F6982DFF09A4}" srcId="{63B80533-2E3E-4A44-A689-45C1325A9121}" destId="{AB0C591D-EA73-4964-A27E-4542DC3AD781}" srcOrd="0" destOrd="0" parTransId="{CBFB4D23-9A5E-408B-A40F-933C0D121802}" sibTransId="{B63EEBC6-ED03-4F9A-BC8C-B6B4B4A753B4}"/>
    <dgm:cxn modelId="{52054A83-F360-4486-917B-054826678DC6}" srcId="{63B80533-2E3E-4A44-A689-45C1325A9121}" destId="{353ECEF2-2CA8-49CF-92AF-9352D92353FD}" srcOrd="1" destOrd="0" parTransId="{64C671F5-D7CB-4427-B401-D52EF51E8F95}" sibTransId="{38CE8A29-B4AE-4224-8CB8-9AD0A9E4CAB5}"/>
    <dgm:cxn modelId="{8CC9C78E-4DB2-4979-B6C4-200EC0B112AA}" type="presOf" srcId="{AB0C591D-EA73-4964-A27E-4542DC3AD781}" destId="{57A71836-74AF-457F-A2B0-337C610703BA}" srcOrd="0" destOrd="0" presId="urn:microsoft.com/office/officeart/2018/2/layout/IconVerticalSolidList"/>
    <dgm:cxn modelId="{892C2F94-6C5A-48BC-9A33-6BC1A5D7EE80}" type="presOf" srcId="{DD4DCEAA-1745-4CDD-A81B-C9E1F0EF0FB8}" destId="{CB5B97A3-18E4-46EF-A4A9-F4C5953CBF1C}" srcOrd="0" destOrd="0" presId="urn:microsoft.com/office/officeart/2018/2/layout/IconVerticalSolidList"/>
    <dgm:cxn modelId="{E001E6BA-BB32-4068-B134-0B8B6DD5FE51}" srcId="{63B80533-2E3E-4A44-A689-45C1325A9121}" destId="{DD4DCEAA-1745-4CDD-A81B-C9E1F0EF0FB8}" srcOrd="3" destOrd="0" parTransId="{4C4070C2-10C5-489E-AC71-8E6E591FEA3A}" sibTransId="{56CF582D-7856-49B2-AD50-4077FFFFC170}"/>
    <dgm:cxn modelId="{FBE6C2EE-282E-4C4D-8AA1-1C34CCA6A2C9}" type="presOf" srcId="{353ECEF2-2CA8-49CF-92AF-9352D92353FD}" destId="{5D6EFD39-EEBF-42F7-BA0D-F8629D36C4ED}" srcOrd="0" destOrd="0" presId="urn:microsoft.com/office/officeart/2018/2/layout/IconVerticalSolidList"/>
    <dgm:cxn modelId="{688A7D4A-1032-4DCD-B197-B10FC01AA8CC}" type="presParOf" srcId="{E0A809A9-A916-4859-8BCF-161E989615BE}" destId="{452C68AD-FF20-4B1E-8EE3-53AF46C4164F}" srcOrd="0" destOrd="0" presId="urn:microsoft.com/office/officeart/2018/2/layout/IconVerticalSolidList"/>
    <dgm:cxn modelId="{1D9C202B-BE27-4FAF-8AD9-D2614DCA1840}" type="presParOf" srcId="{452C68AD-FF20-4B1E-8EE3-53AF46C4164F}" destId="{892116B5-00CD-480F-B2A7-B6883CFBF34C}" srcOrd="0" destOrd="0" presId="urn:microsoft.com/office/officeart/2018/2/layout/IconVerticalSolidList"/>
    <dgm:cxn modelId="{793F0B2B-EA0E-4652-B283-751EC937B3C6}" type="presParOf" srcId="{452C68AD-FF20-4B1E-8EE3-53AF46C4164F}" destId="{B8C1C010-A168-4394-B48A-7E46DD430FFF}" srcOrd="1" destOrd="0" presId="urn:microsoft.com/office/officeart/2018/2/layout/IconVerticalSolidList"/>
    <dgm:cxn modelId="{BB7FAFD3-C187-418A-8967-D9947C024B8E}" type="presParOf" srcId="{452C68AD-FF20-4B1E-8EE3-53AF46C4164F}" destId="{F6F01E71-0113-4261-8531-733D86BB42D7}" srcOrd="2" destOrd="0" presId="urn:microsoft.com/office/officeart/2018/2/layout/IconVerticalSolidList"/>
    <dgm:cxn modelId="{17B41F37-EADE-4D62-BDE1-1D6557B2974E}" type="presParOf" srcId="{452C68AD-FF20-4B1E-8EE3-53AF46C4164F}" destId="{57A71836-74AF-457F-A2B0-337C610703BA}" srcOrd="3" destOrd="0" presId="urn:microsoft.com/office/officeart/2018/2/layout/IconVerticalSolidList"/>
    <dgm:cxn modelId="{C8B82E1B-123A-4261-878C-18934883420C}" type="presParOf" srcId="{E0A809A9-A916-4859-8BCF-161E989615BE}" destId="{05AFAC6E-1B5B-4985-92C6-5E1CA1218B0A}" srcOrd="1" destOrd="0" presId="urn:microsoft.com/office/officeart/2018/2/layout/IconVerticalSolidList"/>
    <dgm:cxn modelId="{F577DE25-F466-438A-A3E6-FBDE74865E80}" type="presParOf" srcId="{E0A809A9-A916-4859-8BCF-161E989615BE}" destId="{4602C0BC-A94C-4354-A429-2532ECF1BF4A}" srcOrd="2" destOrd="0" presId="urn:microsoft.com/office/officeart/2018/2/layout/IconVerticalSolidList"/>
    <dgm:cxn modelId="{F2B7C52D-B0A9-4DF5-9A76-FB02E4E5A456}" type="presParOf" srcId="{4602C0BC-A94C-4354-A429-2532ECF1BF4A}" destId="{B7A04B61-6329-4B92-9E27-7F5A936B5F0D}" srcOrd="0" destOrd="0" presId="urn:microsoft.com/office/officeart/2018/2/layout/IconVerticalSolidList"/>
    <dgm:cxn modelId="{8FABF811-4B39-4743-9E83-B761E6446A48}" type="presParOf" srcId="{4602C0BC-A94C-4354-A429-2532ECF1BF4A}" destId="{8AECC1CE-B000-40F2-BE6E-7970BD227E3F}" srcOrd="1" destOrd="0" presId="urn:microsoft.com/office/officeart/2018/2/layout/IconVerticalSolidList"/>
    <dgm:cxn modelId="{A3BF1786-7521-4B0C-AA5F-2F26ADB8E7D0}" type="presParOf" srcId="{4602C0BC-A94C-4354-A429-2532ECF1BF4A}" destId="{9C413EB8-338D-4B38-A26F-00762C1807D8}" srcOrd="2" destOrd="0" presId="urn:microsoft.com/office/officeart/2018/2/layout/IconVerticalSolidList"/>
    <dgm:cxn modelId="{1207D9BC-420E-4052-93BF-D2B47EC0E991}" type="presParOf" srcId="{4602C0BC-A94C-4354-A429-2532ECF1BF4A}" destId="{5D6EFD39-EEBF-42F7-BA0D-F8629D36C4ED}" srcOrd="3" destOrd="0" presId="urn:microsoft.com/office/officeart/2018/2/layout/IconVerticalSolidList"/>
    <dgm:cxn modelId="{F9D46CC7-953E-47E0-B9F9-621472A50172}" type="presParOf" srcId="{E0A809A9-A916-4859-8BCF-161E989615BE}" destId="{E4F382E6-B4AE-406A-A915-F7B6A7E644BB}" srcOrd="3" destOrd="0" presId="urn:microsoft.com/office/officeart/2018/2/layout/IconVerticalSolidList"/>
    <dgm:cxn modelId="{CD9C4A35-D1DC-4F54-B9D1-6FB87D34572B}" type="presParOf" srcId="{E0A809A9-A916-4859-8BCF-161E989615BE}" destId="{75DCCB6C-448C-4B65-82DB-03239D08B6E0}" srcOrd="4" destOrd="0" presId="urn:microsoft.com/office/officeart/2018/2/layout/IconVerticalSolidList"/>
    <dgm:cxn modelId="{D5D82CE7-2487-44EC-AD6D-A0C90DDD0704}" type="presParOf" srcId="{75DCCB6C-448C-4B65-82DB-03239D08B6E0}" destId="{107EF7E1-2401-418F-B5BB-F98486E348E6}" srcOrd="0" destOrd="0" presId="urn:microsoft.com/office/officeart/2018/2/layout/IconVerticalSolidList"/>
    <dgm:cxn modelId="{C171DD81-A7D8-4C70-BF10-9A54F277B5F9}" type="presParOf" srcId="{75DCCB6C-448C-4B65-82DB-03239D08B6E0}" destId="{50A6B119-6B8E-4A37-BBB7-793B5522ECF5}" srcOrd="1" destOrd="0" presId="urn:microsoft.com/office/officeart/2018/2/layout/IconVerticalSolidList"/>
    <dgm:cxn modelId="{F34134D5-49C4-4B74-8A6B-C0813D9998D5}" type="presParOf" srcId="{75DCCB6C-448C-4B65-82DB-03239D08B6E0}" destId="{35BD3361-13C8-43AB-8F28-C04650CFB126}" srcOrd="2" destOrd="0" presId="urn:microsoft.com/office/officeart/2018/2/layout/IconVerticalSolidList"/>
    <dgm:cxn modelId="{BBBBB054-A3BD-4D9D-B8C2-6F0515AC88D1}" type="presParOf" srcId="{75DCCB6C-448C-4B65-82DB-03239D08B6E0}" destId="{84B577D5-A486-4DEB-B70B-76EDC163A19D}" srcOrd="3" destOrd="0" presId="urn:microsoft.com/office/officeart/2018/2/layout/IconVerticalSolidList"/>
    <dgm:cxn modelId="{F968131B-2EDC-43D6-B5B9-FC79B1402D19}" type="presParOf" srcId="{E0A809A9-A916-4859-8BCF-161E989615BE}" destId="{996B10DB-A1DA-4CD3-B86E-07FE7541723C}" srcOrd="5" destOrd="0" presId="urn:microsoft.com/office/officeart/2018/2/layout/IconVerticalSolidList"/>
    <dgm:cxn modelId="{42AFAD33-A046-417A-AB38-4CCDF7F2AF2A}" type="presParOf" srcId="{E0A809A9-A916-4859-8BCF-161E989615BE}" destId="{E672C504-9B1E-4FDF-8532-DAD4935FB70D}" srcOrd="6" destOrd="0" presId="urn:microsoft.com/office/officeart/2018/2/layout/IconVerticalSolidList"/>
    <dgm:cxn modelId="{B8FD071F-8680-40A2-B4FA-E9FBA7E16E70}" type="presParOf" srcId="{E672C504-9B1E-4FDF-8532-DAD4935FB70D}" destId="{201F7495-34C1-4D91-A520-DD1F8865CF0A}" srcOrd="0" destOrd="0" presId="urn:microsoft.com/office/officeart/2018/2/layout/IconVerticalSolidList"/>
    <dgm:cxn modelId="{60A9C557-5C72-4E89-ACB6-828E8DA24A81}" type="presParOf" srcId="{E672C504-9B1E-4FDF-8532-DAD4935FB70D}" destId="{DD2A49F3-0346-4489-941C-9D369B1AB795}" srcOrd="1" destOrd="0" presId="urn:microsoft.com/office/officeart/2018/2/layout/IconVerticalSolidList"/>
    <dgm:cxn modelId="{F8EB57B1-AB73-48E3-95C6-63F87576D3F7}" type="presParOf" srcId="{E672C504-9B1E-4FDF-8532-DAD4935FB70D}" destId="{AFFDFB73-97B2-49B2-B5A7-9988320057E1}" srcOrd="2" destOrd="0" presId="urn:microsoft.com/office/officeart/2018/2/layout/IconVerticalSolidList"/>
    <dgm:cxn modelId="{FE759800-6987-47B7-AE8F-216F77842F58}" type="presParOf" srcId="{E672C504-9B1E-4FDF-8532-DAD4935FB70D}" destId="{CB5B97A3-18E4-46EF-A4A9-F4C5953CBF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5BDE6A-9DA8-4F0C-BEFE-886453510A62}">
      <dsp:nvSpPr>
        <dsp:cNvPr id="0" name=""/>
        <dsp:cNvSpPr/>
      </dsp:nvSpPr>
      <dsp:spPr>
        <a:xfrm>
          <a:off x="0" y="3239445"/>
          <a:ext cx="5036058" cy="10632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Tableau used for visualization to identify trends and patterns.</a:t>
          </a:r>
        </a:p>
      </dsp:txBody>
      <dsp:txXfrm>
        <a:off x="0" y="3239445"/>
        <a:ext cx="5036058" cy="1063258"/>
      </dsp:txXfrm>
    </dsp:sp>
    <dsp:sp modelId="{47FABBDA-9578-4FC6-B503-BED9A9061DDB}">
      <dsp:nvSpPr>
        <dsp:cNvPr id="0" name=""/>
        <dsp:cNvSpPr/>
      </dsp:nvSpPr>
      <dsp:spPr>
        <a:xfrm rot="10800000">
          <a:off x="0" y="1620103"/>
          <a:ext cx="5036058" cy="163529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Python used for text processing and sentiment analysis.</a:t>
          </a:r>
        </a:p>
      </dsp:txBody>
      <dsp:txXfrm rot="10800000">
        <a:off x="0" y="1620103"/>
        <a:ext cx="5036058" cy="1062563"/>
      </dsp:txXfrm>
    </dsp:sp>
    <dsp:sp modelId="{89575956-B5A5-427F-BBFD-E94EB608B9D2}">
      <dsp:nvSpPr>
        <dsp:cNvPr id="0" name=""/>
        <dsp:cNvSpPr/>
      </dsp:nvSpPr>
      <dsp:spPr>
        <a:xfrm rot="10800000">
          <a:off x="0" y="760"/>
          <a:ext cx="5036058" cy="1635291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Data scraped from third-party sources containing customer reviews.</a:t>
          </a:r>
        </a:p>
      </dsp:txBody>
      <dsp:txXfrm rot="10800000">
        <a:off x="0" y="760"/>
        <a:ext cx="5036058" cy="1062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EBF88-736A-457E-A012-A9515299EC86}">
      <dsp:nvSpPr>
        <dsp:cNvPr id="0" name=""/>
        <dsp:cNvSpPr/>
      </dsp:nvSpPr>
      <dsp:spPr>
        <a:xfrm>
          <a:off x="0" y="1785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643211-A42A-413A-9A02-8780D95BC697}">
      <dsp:nvSpPr>
        <dsp:cNvPr id="0" name=""/>
        <dsp:cNvSpPr/>
      </dsp:nvSpPr>
      <dsp:spPr>
        <a:xfrm>
          <a:off x="273706" y="205368"/>
          <a:ext cx="497647" cy="4976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23683-BA05-4ABF-B6FD-86926C0837DE}">
      <dsp:nvSpPr>
        <dsp:cNvPr id="0" name=""/>
        <dsp:cNvSpPr/>
      </dsp:nvSpPr>
      <dsp:spPr>
        <a:xfrm>
          <a:off x="1045060" y="1785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Sentiment analysis shows that the majority of reviews are negative.</a:t>
          </a:r>
        </a:p>
      </dsp:txBody>
      <dsp:txXfrm>
        <a:off x="1045060" y="1785"/>
        <a:ext cx="3990488" cy="904813"/>
      </dsp:txXfrm>
    </dsp:sp>
    <dsp:sp modelId="{A20F1B7D-BF1D-4D71-8974-57381CFF10BE}">
      <dsp:nvSpPr>
        <dsp:cNvPr id="0" name=""/>
        <dsp:cNvSpPr/>
      </dsp:nvSpPr>
      <dsp:spPr>
        <a:xfrm>
          <a:off x="0" y="1132802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05254-AF2E-4775-B97D-2FA42A79A7BF}">
      <dsp:nvSpPr>
        <dsp:cNvPr id="0" name=""/>
        <dsp:cNvSpPr/>
      </dsp:nvSpPr>
      <dsp:spPr>
        <a:xfrm>
          <a:off x="273706" y="1336385"/>
          <a:ext cx="497647" cy="4976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3B41E-CCE9-4050-9CC1-DA5E0526E274}">
      <dsp:nvSpPr>
        <dsp:cNvPr id="0" name=""/>
        <dsp:cNvSpPr/>
      </dsp:nvSpPr>
      <dsp:spPr>
        <a:xfrm>
          <a:off x="1045060" y="1132802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Common complaints include delays, poor customer service, and lost baggage.</a:t>
          </a:r>
        </a:p>
      </dsp:txBody>
      <dsp:txXfrm>
        <a:off x="1045060" y="1132802"/>
        <a:ext cx="3990488" cy="904813"/>
      </dsp:txXfrm>
    </dsp:sp>
    <dsp:sp modelId="{6715F724-5CF0-4725-9A1B-22BD18EB3654}">
      <dsp:nvSpPr>
        <dsp:cNvPr id="0" name=""/>
        <dsp:cNvSpPr/>
      </dsp:nvSpPr>
      <dsp:spPr>
        <a:xfrm>
          <a:off x="0" y="2263820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E919A7-A02C-4238-969E-407B8B8E53E1}">
      <dsp:nvSpPr>
        <dsp:cNvPr id="0" name=""/>
        <dsp:cNvSpPr/>
      </dsp:nvSpPr>
      <dsp:spPr>
        <a:xfrm>
          <a:off x="273706" y="2467403"/>
          <a:ext cx="497647" cy="4976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56F18-E1B2-4061-A749-36ADC5947F16}">
      <dsp:nvSpPr>
        <dsp:cNvPr id="0" name=""/>
        <dsp:cNvSpPr/>
      </dsp:nvSpPr>
      <dsp:spPr>
        <a:xfrm>
          <a:off x="1045060" y="2263820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Positive reviews highlight friendly staff and comfortable seating.</a:t>
          </a:r>
        </a:p>
      </dsp:txBody>
      <dsp:txXfrm>
        <a:off x="1045060" y="2263820"/>
        <a:ext cx="3990488" cy="904813"/>
      </dsp:txXfrm>
    </dsp:sp>
    <dsp:sp modelId="{E948D67E-4589-4C36-B97D-C97481513D0E}">
      <dsp:nvSpPr>
        <dsp:cNvPr id="0" name=""/>
        <dsp:cNvSpPr/>
      </dsp:nvSpPr>
      <dsp:spPr>
        <a:xfrm>
          <a:off x="0" y="3394837"/>
          <a:ext cx="5035549" cy="9048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E79AC-4148-4202-A759-B31378C2CE5A}">
      <dsp:nvSpPr>
        <dsp:cNvPr id="0" name=""/>
        <dsp:cNvSpPr/>
      </dsp:nvSpPr>
      <dsp:spPr>
        <a:xfrm>
          <a:off x="273706" y="3598420"/>
          <a:ext cx="497647" cy="4976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39F5F-AA01-4DB9-B8FA-5D1FCF1D8983}">
      <dsp:nvSpPr>
        <dsp:cNvPr id="0" name=""/>
        <dsp:cNvSpPr/>
      </dsp:nvSpPr>
      <dsp:spPr>
        <a:xfrm>
          <a:off x="1045060" y="3394837"/>
          <a:ext cx="3990488" cy="904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759" tIns="95759" rIns="95759" bIns="9575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Frequent keywords: 'delayed', 'service', 'baggage', 'experience'.</a:t>
          </a:r>
        </a:p>
      </dsp:txBody>
      <dsp:txXfrm>
        <a:off x="1045060" y="3394837"/>
        <a:ext cx="3990488" cy="9048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17674-8897-4EBD-AAB6-BBE975F38B9C}">
      <dsp:nvSpPr>
        <dsp:cNvPr id="0" name=""/>
        <dsp:cNvSpPr/>
      </dsp:nvSpPr>
      <dsp:spPr>
        <a:xfrm>
          <a:off x="614" y="593333"/>
          <a:ext cx="2397537" cy="14385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Overall sentiment distribution visualized using bar charts.</a:t>
          </a:r>
        </a:p>
      </dsp:txBody>
      <dsp:txXfrm>
        <a:off x="614" y="593333"/>
        <a:ext cx="2397537" cy="1438522"/>
      </dsp:txXfrm>
    </dsp:sp>
    <dsp:sp modelId="{6588B423-8594-46E4-AAF7-845E281B7BC4}">
      <dsp:nvSpPr>
        <dsp:cNvPr id="0" name=""/>
        <dsp:cNvSpPr/>
      </dsp:nvSpPr>
      <dsp:spPr>
        <a:xfrm>
          <a:off x="2637905" y="593333"/>
          <a:ext cx="2397537" cy="14385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Customer satisfaction ratings categorized by flight class.</a:t>
          </a:r>
        </a:p>
      </dsp:txBody>
      <dsp:txXfrm>
        <a:off x="2637905" y="593333"/>
        <a:ext cx="2397537" cy="1438522"/>
      </dsp:txXfrm>
    </dsp:sp>
    <dsp:sp modelId="{04C1BE8F-267B-4B28-AFE3-17AB877B554C}">
      <dsp:nvSpPr>
        <dsp:cNvPr id="0" name=""/>
        <dsp:cNvSpPr/>
      </dsp:nvSpPr>
      <dsp:spPr>
        <a:xfrm>
          <a:off x="614" y="2271609"/>
          <a:ext cx="2397537" cy="14385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Regional differences in feedback identified.</a:t>
          </a:r>
        </a:p>
      </dsp:txBody>
      <dsp:txXfrm>
        <a:off x="614" y="2271609"/>
        <a:ext cx="2397537" cy="1438522"/>
      </dsp:txXfrm>
    </dsp:sp>
    <dsp:sp modelId="{9FAD19B1-D02C-4301-9312-025E82D0A4CF}">
      <dsp:nvSpPr>
        <dsp:cNvPr id="0" name=""/>
        <dsp:cNvSpPr/>
      </dsp:nvSpPr>
      <dsp:spPr>
        <a:xfrm>
          <a:off x="2637905" y="2271609"/>
          <a:ext cx="2397537" cy="14385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Word clouds used to emphasize common customer concerns.</a:t>
          </a:r>
        </a:p>
      </dsp:txBody>
      <dsp:txXfrm>
        <a:off x="2637905" y="2271609"/>
        <a:ext cx="2397537" cy="14385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116B5-00CD-480F-B2A7-B6883CFBF34C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1C010-A168-4394-B48A-7E46DD430FFF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71836-74AF-457F-A2B0-337C610703BA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Improve customer service training to address common complaints.</a:t>
          </a:r>
        </a:p>
      </dsp:txBody>
      <dsp:txXfrm>
        <a:off x="1058686" y="1808"/>
        <a:ext cx="6828013" cy="916611"/>
      </dsp:txXfrm>
    </dsp:sp>
    <dsp:sp modelId="{B7A04B61-6329-4B92-9E27-7F5A936B5F0D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CC1CE-B000-40F2-BE6E-7970BD227E3F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EFD39-EEBF-42F7-BA0D-F8629D36C4ED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Enhance baggage handling procedures to minimize lost baggage cases.</a:t>
          </a:r>
        </a:p>
      </dsp:txBody>
      <dsp:txXfrm>
        <a:off x="1058686" y="1147573"/>
        <a:ext cx="6828013" cy="916611"/>
      </dsp:txXfrm>
    </dsp:sp>
    <dsp:sp modelId="{107EF7E1-2401-418F-B5BB-F98486E348E6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A6B119-6B8E-4A37-BBB7-793B5522ECF5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577D5-A486-4DEB-B70B-76EDC163A19D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Reduce flight delays through better scheduling and operational efficiency.</a:t>
          </a:r>
        </a:p>
      </dsp:txBody>
      <dsp:txXfrm>
        <a:off x="1058686" y="2293338"/>
        <a:ext cx="6828013" cy="916611"/>
      </dsp:txXfrm>
    </dsp:sp>
    <dsp:sp modelId="{201F7495-34C1-4D91-A520-DD1F8865CF0A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A49F3-0346-4489-941C-9D369B1AB795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B97A3-18E4-46EF-A4A9-F4C5953CBF1C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Address recurring negative feedback through targeted improvements.</a:t>
          </a:r>
        </a:p>
      </dsp:txBody>
      <dsp:txXfrm>
        <a:off x="1058686" y="3439103"/>
        <a:ext cx="68280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View from plane wing">
            <a:extLst>
              <a:ext uri="{FF2B5EF4-FFF2-40B4-BE49-F238E27FC236}">
                <a16:creationId xmlns:a16="http://schemas.microsoft.com/office/drawing/2014/main" id="{26956075-BCD5-DF72-E980-22FAEA2E4B7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24786" b="-1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500">
                <a:solidFill>
                  <a:srgbClr val="FFFFFF"/>
                </a:solidFill>
              </a:rPr>
              <a:t>British Airways Customer Feedback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Simplified Overview of Key Insights</a:t>
            </a:r>
          </a:p>
          <a:p>
            <a:r>
              <a:rPr lang="en-US">
                <a:solidFill>
                  <a:srgbClr val="FFFFFF"/>
                </a:solidFill>
              </a:rPr>
              <a:t>Based on Python and Tableau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This analysis focuses on collecting and analyzing customer feedback data for British Airways. The objective is to uncover insights that can help improve customer experience and enhance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CA" sz="3500"/>
              <a:t>Data Collection &amp; 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77193-1D14-C98E-7BCD-AE003AC4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2" r="29827" b="-2"/>
          <a:stretch/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F36DDC-22AC-6EE9-E6DA-493806331F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527669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06440"/>
          </a:xfrm>
        </p:spPr>
        <p:txBody>
          <a:bodyPr>
            <a:normAutofit/>
          </a:bodyPr>
          <a:lstStyle/>
          <a:p>
            <a:r>
              <a:rPr lang="en-US" sz="3500"/>
              <a:t>Key Findings from Python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0AE11-5A40-4335-0853-AEDABDD3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61" r="27666" b="1"/>
          <a:stretch/>
        </p:blipFill>
        <p:spPr>
          <a:xfrm>
            <a:off x="5991972" y="1843285"/>
            <a:ext cx="2523376" cy="372861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FEDDD4-ECC8-17FB-8DD3-3795238E7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088188"/>
              </p:ext>
            </p:extLst>
          </p:nvPr>
        </p:nvGraphicFramePr>
        <p:xfrm>
          <a:off x="628650" y="1825625"/>
          <a:ext cx="5035549" cy="430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Key Findings from Tableau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2FAF8-D0E3-BC92-6220-AA1F4415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53" r="37565"/>
          <a:stretch/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FEFE85-53D7-7DD4-4EBF-E9C84D1B0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184774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Business Recommendations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DAE755-9B3D-41F7-149C-E217B5A802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776948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CA" sz="2800"/>
              <a:t>Conclusion</a:t>
            </a:r>
          </a:p>
        </p:txBody>
      </p:sp>
      <p:pic>
        <p:nvPicPr>
          <p:cNvPr id="13" name="Picture 12" descr="Plane in red circle">
            <a:extLst>
              <a:ext uri="{FF2B5EF4-FFF2-40B4-BE49-F238E27FC236}">
                <a16:creationId xmlns:a16="http://schemas.microsoft.com/office/drawing/2014/main" id="{60F760D9-A154-BAB8-6DAC-8BBC71DBB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84" r="30683" b="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/>
              <a:t>This analysis provides valuable insights into customer experiences with British Airways. By implementing the recommendations, BA can enhance customer satisfaction and improve its brand reputation.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254</Words>
  <Application>Microsoft Office PowerPoint</Application>
  <PresentationFormat>On-screen Show (4:3)</PresentationFormat>
  <Paragraphs>26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British Airways Customer Feedback Analysis</vt:lpstr>
      <vt:lpstr>Project Objective</vt:lpstr>
      <vt:lpstr>Data Collection &amp; Methodology</vt:lpstr>
      <vt:lpstr>Key Findings from Python Analysis</vt:lpstr>
      <vt:lpstr>Key Findings from Tableau Visualization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Venkatesh</cp:lastModifiedBy>
  <cp:revision>2</cp:revision>
  <dcterms:created xsi:type="dcterms:W3CDTF">2013-01-27T09:14:16Z</dcterms:created>
  <dcterms:modified xsi:type="dcterms:W3CDTF">2025-02-11T20:07:25Z</dcterms:modified>
  <cp:category/>
</cp:coreProperties>
</file>